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7" r:id="rId5"/>
  </p:sldIdLst>
  <p:sldSz cx="10691813" cy="7559675"/>
  <p:notesSz cx="6886575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48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211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3926" cy="501946"/>
          </a:xfrm>
          <a:prstGeom prst="rect">
            <a:avLst/>
          </a:prstGeom>
        </p:spPr>
        <p:txBody>
          <a:bodyPr vert="horz" lIns="89154" tIns="44577" rIns="89154" bIns="4457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110" y="1"/>
            <a:ext cx="2983925" cy="501946"/>
          </a:xfrm>
          <a:prstGeom prst="rect">
            <a:avLst/>
          </a:prstGeom>
        </p:spPr>
        <p:txBody>
          <a:bodyPr vert="horz" lIns="89154" tIns="44577" rIns="89154" bIns="44577" rtlCol="0"/>
          <a:lstStyle>
            <a:lvl1pPr algn="r">
              <a:defRPr sz="1200"/>
            </a:lvl1pPr>
          </a:lstStyle>
          <a:p>
            <a:fld id="{6D753E31-B89F-4995-90E7-DFCC4E11F80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252538"/>
            <a:ext cx="47799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154" tIns="44577" rIns="89154" bIns="4457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9427" y="4822099"/>
            <a:ext cx="5509260" cy="3944081"/>
          </a:xfrm>
          <a:prstGeom prst="rect">
            <a:avLst/>
          </a:prstGeom>
        </p:spPr>
        <p:txBody>
          <a:bodyPr vert="horz" lIns="89154" tIns="44577" rIns="89154" bIns="44577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6767"/>
            <a:ext cx="2983926" cy="501946"/>
          </a:xfrm>
          <a:prstGeom prst="rect">
            <a:avLst/>
          </a:prstGeom>
        </p:spPr>
        <p:txBody>
          <a:bodyPr vert="horz" lIns="89154" tIns="44577" rIns="89154" bIns="4457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110" y="9516767"/>
            <a:ext cx="2983925" cy="501946"/>
          </a:xfrm>
          <a:prstGeom prst="rect">
            <a:avLst/>
          </a:prstGeom>
        </p:spPr>
        <p:txBody>
          <a:bodyPr vert="horz" lIns="89154" tIns="44577" rIns="89154" bIns="44577" rtlCol="0" anchor="b"/>
          <a:lstStyle>
            <a:lvl1pPr algn="r">
              <a:defRPr sz="1200"/>
            </a:lvl1pPr>
          </a:lstStyle>
          <a:p>
            <a:fld id="{0A6454BA-20A7-4AF1-96B1-A0F80D94D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5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358A-44FB-CFA2-8C81-997C0054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50D7D-0EDE-B41C-D1E1-4B4065466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7B6EC-5CCF-1A7E-884A-BC8F052C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647E9-66F8-1A11-7AFE-55BB74C31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4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17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4F2B40-7648-49FB-5918-6D74106A670C}"/>
              </a:ext>
            </a:extLst>
          </p:cNvPr>
          <p:cNvPicPr>
            <a:picLocks/>
          </p:cNvPicPr>
          <p:nvPr/>
        </p:nvPicPr>
        <p:blipFill>
          <a:blip r:embed="rId2"/>
          <a:srcRect l="3442" t="3566" r="3772" b="6282"/>
          <a:stretch>
            <a:fillRect/>
          </a:stretch>
        </p:blipFill>
        <p:spPr>
          <a:xfrm>
            <a:off x="88106" y="259397"/>
            <a:ext cx="10515600" cy="7040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98CF94-5318-0319-6007-8E074AA3AAA2}"/>
              </a:ext>
            </a:extLst>
          </p:cNvPr>
          <p:cNvSpPr txBox="1"/>
          <p:nvPr/>
        </p:nvSpPr>
        <p:spPr>
          <a:xfrm>
            <a:off x="88106" y="316021"/>
            <a:ext cx="930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highlight>
                  <a:srgbClr val="000000"/>
                </a:highlight>
                <a:latin typeface="Stencil" panose="040409050D0802020404" pitchFamily="82" charset="0"/>
              </a:rPr>
              <a:t>P1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63123-4425-F3BC-C091-1872EB732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B0DC56-52FC-1997-067D-BE8836D2FFE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" y="259397"/>
            <a:ext cx="10515600" cy="7040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F067DF-EECF-121A-1CED-FBBAA0446C33}"/>
              </a:ext>
            </a:extLst>
          </p:cNvPr>
          <p:cNvSpPr txBox="1"/>
          <p:nvPr/>
        </p:nvSpPr>
        <p:spPr>
          <a:xfrm>
            <a:off x="0" y="259397"/>
            <a:ext cx="8066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highlight>
                  <a:srgbClr val="000000"/>
                </a:highlight>
                <a:latin typeface="Stencil" panose="040409050D0802020404" pitchFamily="82" charset="0"/>
              </a:rPr>
              <a:t>P2</a:t>
            </a:r>
          </a:p>
        </p:txBody>
      </p:sp>
    </p:spTree>
    <p:extLst>
      <p:ext uri="{BB962C8B-B14F-4D97-AF65-F5344CB8AC3E}">
        <p14:creationId xmlns:p14="http://schemas.microsoft.com/office/powerpoint/2010/main" val="147532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75C2E-B638-DE7F-C34B-7B104DF1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D68263-0CE9-7911-636E-2FE5D31C135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" y="259397"/>
            <a:ext cx="10515600" cy="7040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74378B-2239-765A-69E5-22B17029AD22}"/>
              </a:ext>
            </a:extLst>
          </p:cNvPr>
          <p:cNvSpPr txBox="1"/>
          <p:nvPr/>
        </p:nvSpPr>
        <p:spPr>
          <a:xfrm>
            <a:off x="0" y="259397"/>
            <a:ext cx="930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highlight>
                  <a:srgbClr val="000000"/>
                </a:highlight>
                <a:latin typeface="Stencil" panose="040409050D0802020404" pitchFamily="82" charset="0"/>
              </a:rPr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384340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826B0-0C71-DE1E-1C9E-BC5448FB3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magine_images/Ql67G.jpg">
            <a:extLst>
              <a:ext uri="{FF2B5EF4-FFF2-40B4-BE49-F238E27FC236}">
                <a16:creationId xmlns:a16="http://schemas.microsoft.com/office/drawing/2014/main" id="{F4C09B23-3FA0-4C1B-6EF9-12302A4C9CD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" y="348646"/>
            <a:ext cx="10515600" cy="70408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6BB1A5-B046-5D16-6CFE-E25DC6D76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964" y="671986"/>
            <a:ext cx="3953640" cy="2621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5EF75D-87A4-63D7-3E61-6F95F982756B}"/>
              </a:ext>
            </a:extLst>
          </p:cNvPr>
          <p:cNvSpPr txBox="1"/>
          <p:nvPr/>
        </p:nvSpPr>
        <p:spPr>
          <a:xfrm>
            <a:off x="1532317" y="3107969"/>
            <a:ext cx="7696219" cy="76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158" dirty="0">
                <a:solidFill>
                  <a:schemeClr val="accent1">
                    <a:lumMod val="50000"/>
                  </a:schemeClr>
                </a:solidFill>
                <a:latin typeface="Eras Bold ITC" panose="020B0907030504020204" pitchFamily="34" charset="0"/>
              </a:rPr>
              <a:t>A321 W</a:t>
            </a:r>
            <a:r>
              <a:rPr lang="az-Latn-AZ" sz="4158" dirty="0">
                <a:solidFill>
                  <a:schemeClr val="accent1">
                    <a:lumMod val="50000"/>
                  </a:schemeClr>
                </a:solidFill>
                <a:latin typeface="Eras Bold ITC" panose="020B0907030504020204" pitchFamily="34" charset="0"/>
              </a:rPr>
              <a:t>heel</a:t>
            </a:r>
            <a:r>
              <a:rPr lang="en-US" sz="4158" dirty="0">
                <a:solidFill>
                  <a:schemeClr val="accent1">
                    <a:lumMod val="50000"/>
                  </a:schemeClr>
                </a:solidFill>
                <a:latin typeface="Eras Bold ITC" panose="020B0907030504020204" pitchFamily="34" charset="0"/>
              </a:rPr>
              <a:t> C</a:t>
            </a:r>
            <a:r>
              <a:rPr lang="az-Latn-AZ" sz="4158" dirty="0">
                <a:solidFill>
                  <a:schemeClr val="accent1">
                    <a:lumMod val="50000"/>
                  </a:schemeClr>
                </a:solidFill>
                <a:latin typeface="Eras Bold ITC" panose="020B0907030504020204" pitchFamily="34" charset="0"/>
              </a:rPr>
              <a:t>hange</a:t>
            </a:r>
            <a:r>
              <a:rPr lang="en-US" sz="4158" dirty="0">
                <a:solidFill>
                  <a:schemeClr val="accent1">
                    <a:lumMod val="50000"/>
                  </a:schemeClr>
                </a:solidFill>
                <a:latin typeface="Eras Bold ITC" panose="020B0907030504020204" pitchFamily="34" charset="0"/>
              </a:rPr>
              <a:t> K</a:t>
            </a:r>
            <a:r>
              <a:rPr lang="az-Latn-AZ" sz="4158" dirty="0">
                <a:solidFill>
                  <a:schemeClr val="accent1">
                    <a:lumMod val="50000"/>
                  </a:schemeClr>
                </a:solidFill>
                <a:latin typeface="Eras Bold ITC" panose="020B0907030504020204" pitchFamily="34" charset="0"/>
              </a:rPr>
              <a:t>it</a:t>
            </a:r>
            <a:endParaRPr lang="en-US" sz="4158" dirty="0">
              <a:solidFill>
                <a:schemeClr val="accent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33C64-C5DB-2F24-6E1C-4A812E0DAE3F}"/>
              </a:ext>
            </a:extLst>
          </p:cNvPr>
          <p:cNvSpPr txBox="1"/>
          <p:nvPr/>
        </p:nvSpPr>
        <p:spPr>
          <a:xfrm>
            <a:off x="2191556" y="4653955"/>
            <a:ext cx="5815602" cy="76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158" dirty="0">
                <a:solidFill>
                  <a:schemeClr val="accent1">
                    <a:lumMod val="50000"/>
                  </a:schemeClr>
                </a:solidFill>
                <a:latin typeface="Eras Bold ITC" panose="020B0907030504020204" pitchFamily="34" charset="0"/>
              </a:rPr>
              <a:t>AHY-T0035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DFF6A-EDFB-AA3F-49F8-A4BBE2B1FA02}"/>
              </a:ext>
            </a:extLst>
          </p:cNvPr>
          <p:cNvSpPr txBox="1"/>
          <p:nvPr/>
        </p:nvSpPr>
        <p:spPr>
          <a:xfrm>
            <a:off x="2191555" y="4103916"/>
            <a:ext cx="5815602" cy="42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79" dirty="0">
                <a:solidFill>
                  <a:schemeClr val="accent1">
                    <a:lumMod val="50000"/>
                  </a:schemeClr>
                </a:solidFill>
                <a:latin typeface="Eras Bold ITC" panose="020B0907030504020204" pitchFamily="34" charset="0"/>
              </a:rPr>
              <a:t>P/N: SCA-SA</a:t>
            </a:r>
            <a:r>
              <a:rPr lang="az-Latn-AZ" sz="2079" dirty="0">
                <a:solidFill>
                  <a:schemeClr val="accent1">
                    <a:lumMod val="50000"/>
                  </a:schemeClr>
                </a:solidFill>
                <a:latin typeface="Eras Bold ITC" panose="020B0907030504020204" pitchFamily="34" charset="0"/>
              </a:rPr>
              <a:t>S</a:t>
            </a:r>
            <a:r>
              <a:rPr lang="en-US" sz="2079" dirty="0">
                <a:solidFill>
                  <a:schemeClr val="accent1">
                    <a:lumMod val="50000"/>
                  </a:schemeClr>
                </a:solidFill>
                <a:latin typeface="Eras Bold ITC" panose="020B0907030504020204" pitchFamily="34" charset="0"/>
              </a:rPr>
              <a:t>321-010</a:t>
            </a:r>
          </a:p>
        </p:txBody>
      </p:sp>
    </p:spTree>
    <p:extLst>
      <p:ext uri="{BB962C8B-B14F-4D97-AF65-F5344CB8AC3E}">
        <p14:creationId xmlns:p14="http://schemas.microsoft.com/office/powerpoint/2010/main" val="351151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19</Words>
  <Application>Microsoft Office PowerPoint</Application>
  <PresentationFormat>Custom</PresentationFormat>
  <Paragraphs>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Eras Bold ITC</vt:lpstr>
      <vt:lpstr>Stencil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Kenan Ramazanli</cp:lastModifiedBy>
  <cp:revision>2</cp:revision>
  <cp:lastPrinted>2026-09-11T11:30:58Z</cp:lastPrinted>
  <dcterms:created xsi:type="dcterms:W3CDTF">2013-01-27T09:14:16Z</dcterms:created>
  <dcterms:modified xsi:type="dcterms:W3CDTF">2026-09-11T12:38:51Z</dcterms:modified>
  <cp:category/>
</cp:coreProperties>
</file>